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053F0-51C0-4A7C-A62B-259132908960}" v="82" dt="2026-04-29T06:52:4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wal kumar" userId="549c896179901756" providerId="LiveId" clId="{04359F36-64FE-4357-979E-14B36AE6683A}"/>
    <pc:docChg chg="undo redo custSel addSld delSld modSld">
      <pc:chgData name="Ujjwal kumar" userId="549c896179901756" providerId="LiveId" clId="{04359F36-64FE-4357-979E-14B36AE6683A}" dt="2026-04-30T20:42:48.911" v="567" actId="20577"/>
      <pc:docMkLst>
        <pc:docMk/>
      </pc:docMkLst>
      <pc:sldChg chg="addSp delSp modSp mod">
        <pc:chgData name="Ujjwal kumar" userId="549c896179901756" providerId="LiveId" clId="{04359F36-64FE-4357-979E-14B36AE6683A}" dt="2026-04-30T19:54:16.445" v="534" actId="20577"/>
        <pc:sldMkLst>
          <pc:docMk/>
          <pc:sldMk cId="0" sldId="256"/>
        </pc:sldMkLst>
        <pc:spChg chg="mod topLvl">
          <ac:chgData name="Ujjwal kumar" userId="549c896179901756" providerId="LiveId" clId="{04359F36-64FE-4357-979E-14B36AE6683A}" dt="2026-04-30T19:54:16.445" v="534" actId="20577"/>
          <ac:spMkLst>
            <pc:docMk/>
            <pc:sldMk cId="0" sldId="256"/>
            <ac:spMk id="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1:00.299" v="445" actId="165"/>
          <ac:spMkLst>
            <pc:docMk/>
            <pc:sldMk cId="0" sldId="256"/>
            <ac:spMk id="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1:00.299" v="445" actId="165"/>
          <ac:spMkLst>
            <pc:docMk/>
            <pc:sldMk cId="0" sldId="256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1:00.299" v="445" actId="165"/>
          <ac:spMkLst>
            <pc:docMk/>
            <pc:sldMk cId="0" sldId="256"/>
            <ac:spMk id="5" creationId="{00000000-0000-0000-0000-000000000000}"/>
          </ac:spMkLst>
        </pc:spChg>
        <pc:spChg chg="del mod topLvl">
          <ac:chgData name="Ujjwal kumar" userId="549c896179901756" providerId="LiveId" clId="{04359F36-64FE-4357-979E-14B36AE6683A}" dt="2026-04-29T06:50:02.766" v="434" actId="478"/>
          <ac:spMkLst>
            <pc:docMk/>
            <pc:sldMk cId="0" sldId="256"/>
            <ac:spMk id="6" creationId="{00000000-0000-0000-0000-000000000000}"/>
          </ac:spMkLst>
        </pc:spChg>
        <pc:spChg chg="add mod topLvl">
          <ac:chgData name="Ujjwal kumar" userId="549c896179901756" providerId="LiveId" clId="{04359F36-64FE-4357-979E-14B36AE6683A}" dt="2026-04-29T06:51:00.299" v="445" actId="165"/>
          <ac:spMkLst>
            <pc:docMk/>
            <pc:sldMk cId="0" sldId="256"/>
            <ac:spMk id="8" creationId="{9DD4E09E-1455-EC2E-BA92-037F24FD92EB}"/>
          </ac:spMkLst>
        </pc:spChg>
        <pc:spChg chg="add mod">
          <ac:chgData name="Ujjwal kumar" userId="549c896179901756" providerId="LiveId" clId="{04359F36-64FE-4357-979E-14B36AE6683A}" dt="2026-04-29T06:37:44.340" v="328"/>
          <ac:spMkLst>
            <pc:docMk/>
            <pc:sldMk cId="0" sldId="256"/>
            <ac:spMk id="9" creationId="{3B12FEE6-9164-168C-48D4-BF4B5D3AA5F9}"/>
          </ac:spMkLst>
        </pc:spChg>
        <pc:spChg chg="add mod topLvl">
          <ac:chgData name="Ujjwal kumar" userId="549c896179901756" providerId="LiveId" clId="{04359F36-64FE-4357-979E-14B36AE6683A}" dt="2026-04-29T06:51:00.299" v="445" actId="165"/>
          <ac:spMkLst>
            <pc:docMk/>
            <pc:sldMk cId="0" sldId="256"/>
            <ac:spMk id="10" creationId="{6EA374EE-8F42-BAAA-49FD-9F40660A618E}"/>
          </ac:spMkLst>
        </pc:spChg>
        <pc:grpChg chg="add del mod">
          <ac:chgData name="Ujjwal kumar" userId="549c896179901756" providerId="LiveId" clId="{04359F36-64FE-4357-979E-14B36AE6683A}" dt="2026-04-29T06:49:55.042" v="433" actId="165"/>
          <ac:grpSpMkLst>
            <pc:docMk/>
            <pc:sldMk cId="0" sldId="256"/>
            <ac:grpSpMk id="9" creationId="{A3AD0C3C-B318-4408-2820-B6741505929A}"/>
          </ac:grpSpMkLst>
        </pc:grpChg>
        <pc:grpChg chg="add del mod">
          <ac:chgData name="Ujjwal kumar" userId="549c896179901756" providerId="LiveId" clId="{04359F36-64FE-4357-979E-14B36AE6683A}" dt="2026-04-29T06:51:00.299" v="445" actId="165"/>
          <ac:grpSpMkLst>
            <pc:docMk/>
            <pc:sldMk cId="0" sldId="256"/>
            <ac:grpSpMk id="11" creationId="{7246B8DA-B87A-5208-CC6F-7ABC98C87AF5}"/>
          </ac:grpSpMkLst>
        </pc:grpChg>
        <pc:picChg chg="add mod topLvl">
          <ac:chgData name="Ujjwal kumar" userId="549c896179901756" providerId="LiveId" clId="{04359F36-64FE-4357-979E-14B36AE6683A}" dt="2026-04-29T06:51:00.299" v="445" actId="165"/>
          <ac:picMkLst>
            <pc:docMk/>
            <pc:sldMk cId="0" sldId="256"/>
            <ac:picMk id="7" creationId="{3886FB24-C004-6537-03F0-167B257FDA0B}"/>
          </ac:picMkLst>
        </pc:picChg>
      </pc:sldChg>
      <pc:sldChg chg="modSp mod">
        <pc:chgData name="Ujjwal kumar" userId="549c896179901756" providerId="LiveId" clId="{04359F36-64FE-4357-979E-14B36AE6683A}" dt="2026-04-30T19:54:11.507" v="532" actId="20577"/>
        <pc:sldMkLst>
          <pc:docMk/>
          <pc:sldMk cId="0" sldId="257"/>
        </pc:sldMkLst>
        <pc:spChg chg="mod">
          <ac:chgData name="Ujjwal kumar" userId="549c896179901756" providerId="LiveId" clId="{04359F36-64FE-4357-979E-14B36AE6683A}" dt="2026-04-30T19:54:11.507" v="532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6:54.866" v="10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7:07.130" v="11" actId="1076"/>
          <ac:spMkLst>
            <pc:docMk/>
            <pc:sldMk cId="0" sldId="257"/>
            <ac:spMk id="32" creationId="{00000000-0000-0000-0000-000000000000}"/>
          </ac:spMkLst>
        </pc:spChg>
      </pc:sldChg>
      <pc:sldChg chg="modSp mod">
        <pc:chgData name="Ujjwal kumar" userId="549c896179901756" providerId="LiveId" clId="{04359F36-64FE-4357-979E-14B36AE6683A}" dt="2026-04-30T19:56:23.053" v="544" actId="20577"/>
        <pc:sldMkLst>
          <pc:docMk/>
          <pc:sldMk cId="0" sldId="258"/>
        </pc:sldMkLst>
        <pc:spChg chg="mod">
          <ac:chgData name="Ujjwal kumar" userId="549c896179901756" providerId="LiveId" clId="{04359F36-64FE-4357-979E-14B36AE6683A}" dt="2026-04-29T06:42:10.069" v="403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2:23.631" v="40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3:00.199" v="405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7:35.403" v="1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8:01.317" v="20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Ujjwal kumar" userId="549c896179901756" providerId="LiveId" clId="{04359F36-64FE-4357-979E-14B36AE6683A}" dt="2026-04-30T19:56:04.488" v="543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8:07.527" v="21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7:49.701" v="18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8:12.621" v="22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5:57:53.874" v="19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01.598" v="391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Ujjwal kumar" userId="549c896179901756" providerId="LiveId" clId="{04359F36-64FE-4357-979E-14B36AE6683A}" dt="2026-04-30T19:56:23.053" v="544" actId="20577"/>
          <ac:spMkLst>
            <pc:docMk/>
            <pc:sldMk cId="0" sldId="258"/>
            <ac:spMk id="25" creationId="{00000000-0000-0000-0000-000000000000}"/>
          </ac:spMkLst>
        </pc:spChg>
      </pc:sldChg>
      <pc:sldChg chg="addSp delSp modSp mod">
        <pc:chgData name="Ujjwal kumar" userId="549c896179901756" providerId="LiveId" clId="{04359F36-64FE-4357-979E-14B36AE6683A}" dt="2026-04-29T06:52:38.368" v="447" actId="207"/>
        <pc:sldMkLst>
          <pc:docMk/>
          <pc:sldMk cId="0" sldId="259"/>
        </pc:sldMkLst>
        <pc:spChg chg="mod">
          <ac:chgData name="Ujjwal kumar" userId="549c896179901756" providerId="LiveId" clId="{04359F36-64FE-4357-979E-14B36AE6683A}" dt="2026-04-29T06:10:30.836" v="145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7:29.868" v="123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51.377" v="133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14.750" v="127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0:25.114" v="144" actId="1076"/>
          <ac:spMkLst>
            <pc:docMk/>
            <pc:sldMk cId="0" sldId="259"/>
            <ac:spMk id="1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38.368" v="447" actId="207"/>
          <ac:spMkLst>
            <pc:docMk/>
            <pc:sldMk cId="0" sldId="259"/>
            <ac:spMk id="1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1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22.657" v="446" actId="16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8:27.907" v="129" actId="164"/>
          <ac:spMkLst>
            <pc:docMk/>
            <pc:sldMk cId="0" sldId="259"/>
            <ac:spMk id="21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6:50.267" v="117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9:31.831" v="139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0:04.388" v="43" actId="164"/>
          <ac:spMkLst>
            <pc:docMk/>
            <pc:sldMk cId="0" sldId="259"/>
            <ac:spMk id="24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1:08.114" v="55" actId="164"/>
          <ac:spMkLst>
            <pc:docMk/>
            <pc:sldMk cId="0" sldId="259"/>
            <ac:spMk id="25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2:25.071" v="67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9:31.831" v="139" actId="164"/>
          <ac:spMkLst>
            <pc:docMk/>
            <pc:sldMk cId="0" sldId="259"/>
            <ac:spMk id="27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0:04.388" v="43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6:50.267" v="117" actId="164"/>
          <ac:spMkLst>
            <pc:docMk/>
            <pc:sldMk cId="0" sldId="259"/>
            <ac:spMk id="29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2:25.071" v="67" actId="164"/>
          <ac:spMkLst>
            <pc:docMk/>
            <pc:sldMk cId="0" sldId="259"/>
            <ac:spMk id="3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9:31.831" v="139" actId="164"/>
          <ac:spMkLst>
            <pc:docMk/>
            <pc:sldMk cId="0" sldId="259"/>
            <ac:spMk id="31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0:04.388" v="43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1:08.114" v="55" actId="164"/>
          <ac:spMkLst>
            <pc:docMk/>
            <pc:sldMk cId="0" sldId="259"/>
            <ac:spMk id="33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2:25.071" v="67" actId="164"/>
          <ac:spMkLst>
            <pc:docMk/>
            <pc:sldMk cId="0" sldId="259"/>
            <ac:spMk id="3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9:31.831" v="139" actId="164"/>
          <ac:spMkLst>
            <pc:docMk/>
            <pc:sldMk cId="0" sldId="259"/>
            <ac:spMk id="3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0:04.388" v="43" actId="164"/>
          <ac:spMkLst>
            <pc:docMk/>
            <pc:sldMk cId="0" sldId="259"/>
            <ac:spMk id="36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6:50.267" v="117" actId="164"/>
          <ac:spMkLst>
            <pc:docMk/>
            <pc:sldMk cId="0" sldId="259"/>
            <ac:spMk id="3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2:25.071" v="67" actId="164"/>
          <ac:spMkLst>
            <pc:docMk/>
            <pc:sldMk cId="0" sldId="259"/>
            <ac:spMk id="38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9:31.831" v="139" actId="164"/>
          <ac:spMkLst>
            <pc:docMk/>
            <pc:sldMk cId="0" sldId="259"/>
            <ac:spMk id="39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06:50.267" v="117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01:08.114" v="55" actId="164"/>
          <ac:spMkLst>
            <pc:docMk/>
            <pc:sldMk cId="0" sldId="259"/>
            <ac:spMk id="4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19.375" v="392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1:35.856" v="155" actId="1076"/>
          <ac:spMkLst>
            <pc:docMk/>
            <pc:sldMk cId="0" sldId="259"/>
            <ac:spMk id="43" creationId="{00000000-0000-0000-0000-000000000000}"/>
          </ac:spMkLst>
        </pc:spChg>
        <pc:grpChg chg="ord">
          <ac:chgData name="Ujjwal kumar" userId="549c896179901756" providerId="LiveId" clId="{04359F36-64FE-4357-979E-14B36AE6683A}" dt="2026-04-29T05:59:40.393" v="41" actId="167"/>
          <ac:grpSpMkLst>
            <pc:docMk/>
            <pc:sldMk cId="0" sldId="259"/>
            <ac:grpSpMk id="44" creationId="{0BC2F228-2CD0-A2F9-485E-851E079648C4}"/>
          </ac:grpSpMkLst>
        </pc:grpChg>
        <pc:grpChg chg="add mod ord">
          <ac:chgData name="Ujjwal kumar" userId="549c896179901756" providerId="LiveId" clId="{04359F36-64FE-4357-979E-14B36AE6683A}" dt="2026-04-29T06:01:08.114" v="55" actId="164"/>
          <ac:grpSpMkLst>
            <pc:docMk/>
            <pc:sldMk cId="0" sldId="259"/>
            <ac:grpSpMk id="46" creationId="{E8E1B629-7854-4D73-6B01-CBDF0C31F74A}"/>
          </ac:grpSpMkLst>
        </pc:grpChg>
        <pc:grpChg chg="add mod">
          <ac:chgData name="Ujjwal kumar" userId="549c896179901756" providerId="LiveId" clId="{04359F36-64FE-4357-979E-14B36AE6683A}" dt="2026-04-29T06:08:27.907" v="129" actId="164"/>
          <ac:grpSpMkLst>
            <pc:docMk/>
            <pc:sldMk cId="0" sldId="259"/>
            <ac:grpSpMk id="47" creationId="{20FEB8FA-A1EC-F94B-DD11-86E12B98EDB5}"/>
          </ac:grpSpMkLst>
        </pc:grpChg>
        <pc:grpChg chg="add mod">
          <ac:chgData name="Ujjwal kumar" userId="549c896179901756" providerId="LiveId" clId="{04359F36-64FE-4357-979E-14B36AE6683A}" dt="2026-04-29T06:02:15.882" v="65" actId="164"/>
          <ac:grpSpMkLst>
            <pc:docMk/>
            <pc:sldMk cId="0" sldId="259"/>
            <ac:grpSpMk id="48" creationId="{375CEF08-15CF-F24F-DF38-9923D90AFE78}"/>
          </ac:grpSpMkLst>
        </pc:grpChg>
        <pc:grpChg chg="add mod">
          <ac:chgData name="Ujjwal kumar" userId="549c896179901756" providerId="LiveId" clId="{04359F36-64FE-4357-979E-14B36AE6683A}" dt="2026-04-29T06:02:15.473" v="64" actId="164"/>
          <ac:grpSpMkLst>
            <pc:docMk/>
            <pc:sldMk cId="0" sldId="259"/>
            <ac:grpSpMk id="49" creationId="{FF8CC480-7F39-E8C5-E000-425088CF0535}"/>
          </ac:grpSpMkLst>
        </pc:grpChg>
        <pc:grpChg chg="add mod ord">
          <ac:chgData name="Ujjwal kumar" userId="549c896179901756" providerId="LiveId" clId="{04359F36-64FE-4357-979E-14B36AE6683A}" dt="2026-04-29T06:08:27.907" v="129" actId="164"/>
          <ac:grpSpMkLst>
            <pc:docMk/>
            <pc:sldMk cId="0" sldId="259"/>
            <ac:grpSpMk id="50" creationId="{62D80848-4A87-FE4D-F788-EE4EF2876E52}"/>
          </ac:grpSpMkLst>
        </pc:grpChg>
        <pc:grpChg chg="mod">
          <ac:chgData name="Ujjwal kumar" userId="549c896179901756" providerId="LiveId" clId="{04359F36-64FE-4357-979E-14B36AE6683A}" dt="2026-04-29T06:06:49.081" v="116" actId="1076"/>
          <ac:grpSpMkLst>
            <pc:docMk/>
            <pc:sldMk cId="0" sldId="259"/>
            <ac:grpSpMk id="51" creationId="{920F9C7C-CAA8-94E1-CC93-1F58C92090B7}"/>
          </ac:grpSpMkLst>
        </pc:grpChg>
        <pc:grpChg chg="add mod">
          <ac:chgData name="Ujjwal kumar" userId="549c896179901756" providerId="LiveId" clId="{04359F36-64FE-4357-979E-14B36AE6683A}" dt="2026-04-29T06:43:28.121" v="407" actId="14100"/>
          <ac:grpSpMkLst>
            <pc:docMk/>
            <pc:sldMk cId="0" sldId="259"/>
            <ac:grpSpMk id="52" creationId="{D9B550CB-35F8-74E8-92DD-E3D20B1C3E8E}"/>
          </ac:grpSpMkLst>
        </pc:grpChg>
        <pc:grpChg chg="add mod ord">
          <ac:chgData name="Ujjwal kumar" userId="549c896179901756" providerId="LiveId" clId="{04359F36-64FE-4357-979E-14B36AE6683A}" dt="2026-04-29T06:09:47.384" v="141" actId="164"/>
          <ac:grpSpMkLst>
            <pc:docMk/>
            <pc:sldMk cId="0" sldId="259"/>
            <ac:grpSpMk id="53" creationId="{2E116C8F-2755-0EC6-B857-C86BE0008EE0}"/>
          </ac:grpSpMkLst>
        </pc:grpChg>
        <pc:grpChg chg="add mod">
          <ac:chgData name="Ujjwal kumar" userId="549c896179901756" providerId="LiveId" clId="{04359F36-64FE-4357-979E-14B36AE6683A}" dt="2026-04-29T06:09:47.384" v="141" actId="164"/>
          <ac:grpSpMkLst>
            <pc:docMk/>
            <pc:sldMk cId="0" sldId="259"/>
            <ac:grpSpMk id="54" creationId="{F309BF31-E756-89E2-B61E-2AAB5D45CCCA}"/>
          </ac:grpSpMkLst>
        </pc:grpChg>
        <pc:grpChg chg="add mod">
          <ac:chgData name="Ujjwal kumar" userId="549c896179901756" providerId="LiveId" clId="{04359F36-64FE-4357-979E-14B36AE6683A}" dt="2026-04-29T06:09:47.384" v="141" actId="164"/>
          <ac:grpSpMkLst>
            <pc:docMk/>
            <pc:sldMk cId="0" sldId="259"/>
            <ac:grpSpMk id="55" creationId="{D61CF65D-1DEC-4F8E-F95E-DBCFD983E6FF}"/>
          </ac:grpSpMkLst>
        </pc:grpChg>
        <pc:grpChg chg="add del mod">
          <ac:chgData name="Ujjwal kumar" userId="549c896179901756" providerId="LiveId" clId="{04359F36-64FE-4357-979E-14B36AE6683A}" dt="2026-04-29T06:52:22.657" v="446" actId="165"/>
          <ac:grpSpMkLst>
            <pc:docMk/>
            <pc:sldMk cId="0" sldId="259"/>
            <ac:grpSpMk id="56" creationId="{3F8B278C-56DF-CAED-BBB5-8D9CCC76A64A}"/>
          </ac:grpSpMkLst>
        </pc:grpChg>
      </pc:sldChg>
      <pc:sldChg chg="addSp delSp modSp mod">
        <pc:chgData name="Ujjwal kumar" userId="549c896179901756" providerId="LiveId" clId="{04359F36-64FE-4357-979E-14B36AE6683A}" dt="2026-04-29T06:53:03.615" v="450" actId="207"/>
        <pc:sldMkLst>
          <pc:docMk/>
          <pc:sldMk cId="0" sldId="260"/>
        </pc:sldMkLst>
        <pc:spChg chg="mod">
          <ac:chgData name="Ujjwal kumar" userId="549c896179901756" providerId="LiveId" clId="{04359F36-64FE-4357-979E-14B36AE6683A}" dt="2026-04-29T06:15:52.210" v="184" actId="164"/>
          <ac:spMkLst>
            <pc:docMk/>
            <pc:sldMk cId="0" sldId="260"/>
            <ac:spMk id="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52.210" v="184" actId="164"/>
          <ac:spMkLst>
            <pc:docMk/>
            <pc:sldMk cId="0" sldId="260"/>
            <ac:spMk id="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52.210" v="184" actId="164"/>
          <ac:spMkLst>
            <pc:docMk/>
            <pc:sldMk cId="0" sldId="260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4:27.425" v="418" actId="20577"/>
          <ac:spMkLst>
            <pc:docMk/>
            <pc:sldMk cId="0" sldId="260"/>
            <ac:spMk id="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4:13.499" v="410" actId="164"/>
          <ac:spMkLst>
            <pc:docMk/>
            <pc:sldMk cId="0" sldId="260"/>
            <ac:spMk id="1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55.606" v="449" actId="207"/>
          <ac:spMkLst>
            <pc:docMk/>
            <pc:sldMk cId="0" sldId="260"/>
            <ac:spMk id="1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4:13.499" v="410" actId="164"/>
          <ac:spMkLst>
            <pc:docMk/>
            <pc:sldMk cId="0" sldId="260"/>
            <ac:spMk id="12" creationId="{00000000-0000-0000-0000-000000000000}"/>
          </ac:spMkLst>
        </pc:spChg>
        <pc:spChg chg="mod ord topLvl">
          <ac:chgData name="Ujjwal kumar" userId="549c896179901756" providerId="LiveId" clId="{04359F36-64FE-4357-979E-14B36AE6683A}" dt="2026-04-29T06:39:40.701" v="393" actId="165"/>
          <ac:spMkLst>
            <pc:docMk/>
            <pc:sldMk cId="0" sldId="260"/>
            <ac:spMk id="1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4:13.499" v="410" actId="164"/>
          <ac:spMkLst>
            <pc:docMk/>
            <pc:sldMk cId="0" sldId="260"/>
            <ac:spMk id="1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3:53.250" v="170" actId="1076"/>
          <ac:spMkLst>
            <pc:docMk/>
            <pc:sldMk cId="0" sldId="260"/>
            <ac:spMk id="1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1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1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1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3:03.615" v="450" actId="207"/>
          <ac:spMkLst>
            <pc:docMk/>
            <pc:sldMk cId="0" sldId="260"/>
            <ac:spMk id="2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2:47.440" v="448" actId="16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52.210" v="184" actId="164"/>
          <ac:spMkLst>
            <pc:docMk/>
            <pc:sldMk cId="0" sldId="260"/>
            <ac:spMk id="2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35.052" v="182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35.052" v="182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2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40.701" v="393" actId="16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40.701" v="393" actId="16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40.701" v="393" actId="165"/>
          <ac:spMkLst>
            <pc:docMk/>
            <pc:sldMk cId="0" sldId="260"/>
            <ac:spMk id="2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3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35.052" v="182" actId="164"/>
          <ac:spMkLst>
            <pc:docMk/>
            <pc:sldMk cId="0" sldId="260"/>
            <ac:spMk id="3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35.052" v="182" actId="16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35.052" v="182" actId="164"/>
          <ac:spMkLst>
            <pc:docMk/>
            <pc:sldMk cId="0" sldId="260"/>
            <ac:spMk id="3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5:11.699" v="180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9:40.701" v="393" actId="165"/>
          <ac:spMkLst>
            <pc:docMk/>
            <pc:sldMk cId="0" sldId="260"/>
            <ac:spMk id="3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4:54.484" v="419" actId="1076"/>
          <ac:spMkLst>
            <pc:docMk/>
            <pc:sldMk cId="0" sldId="260"/>
            <ac:spMk id="38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11:29.257" v="152" actId="1076"/>
          <ac:grpSpMkLst>
            <pc:docMk/>
            <pc:sldMk cId="0" sldId="260"/>
            <ac:grpSpMk id="39" creationId="{877B8626-0763-8211-3F2F-A8D7E566A2DE}"/>
          </ac:grpSpMkLst>
        </pc:grpChg>
        <pc:grpChg chg="add mod">
          <ac:chgData name="Ujjwal kumar" userId="549c896179901756" providerId="LiveId" clId="{04359F36-64FE-4357-979E-14B36AE6683A}" dt="2026-04-29T06:12:00.667" v="159" actId="164"/>
          <ac:grpSpMkLst>
            <pc:docMk/>
            <pc:sldMk cId="0" sldId="260"/>
            <ac:grpSpMk id="40" creationId="{F0A0215D-38AF-EC1A-FA3D-35EA8C69EB1F}"/>
          </ac:grpSpMkLst>
        </pc:grpChg>
        <pc:grpChg chg="mod">
          <ac:chgData name="Ujjwal kumar" userId="549c896179901756" providerId="LiveId" clId="{04359F36-64FE-4357-979E-14B36AE6683A}" dt="2026-04-29T06:15:52.210" v="184" actId="164"/>
          <ac:grpSpMkLst>
            <pc:docMk/>
            <pc:sldMk cId="0" sldId="260"/>
            <ac:grpSpMk id="41" creationId="{57629B2A-3F04-6EB1-8084-1F679072C280}"/>
          </ac:grpSpMkLst>
        </pc:grpChg>
        <pc:grpChg chg="add mod">
          <ac:chgData name="Ujjwal kumar" userId="549c896179901756" providerId="LiveId" clId="{04359F36-64FE-4357-979E-14B36AE6683A}" dt="2026-04-29T06:15:52.210" v="184" actId="164"/>
          <ac:grpSpMkLst>
            <pc:docMk/>
            <pc:sldMk cId="0" sldId="260"/>
            <ac:grpSpMk id="42" creationId="{E254F39E-7470-C61E-1189-2D58056BC24E}"/>
          </ac:grpSpMkLst>
        </pc:grpChg>
        <pc:grpChg chg="add mod">
          <ac:chgData name="Ujjwal kumar" userId="549c896179901756" providerId="LiveId" clId="{04359F36-64FE-4357-979E-14B36AE6683A}" dt="2026-04-29T06:40:38.589" v="401" actId="14100"/>
          <ac:grpSpMkLst>
            <pc:docMk/>
            <pc:sldMk cId="0" sldId="260"/>
            <ac:grpSpMk id="43" creationId="{BB334E6E-E7A3-A48F-A7A9-7362FF23B0E1}"/>
          </ac:grpSpMkLst>
        </pc:grpChg>
        <pc:grpChg chg="add mod">
          <ac:chgData name="Ujjwal kumar" userId="549c896179901756" providerId="LiveId" clId="{04359F36-64FE-4357-979E-14B36AE6683A}" dt="2026-04-29T06:40:47.704" v="402" actId="14100"/>
          <ac:grpSpMkLst>
            <pc:docMk/>
            <pc:sldMk cId="0" sldId="260"/>
            <ac:grpSpMk id="44" creationId="{121A8D53-2365-E4AC-EB92-3B7280812E29}"/>
          </ac:grpSpMkLst>
        </pc:grpChg>
        <pc:grpChg chg="add mod">
          <ac:chgData name="Ujjwal kumar" userId="549c896179901756" providerId="LiveId" clId="{04359F36-64FE-4357-979E-14B36AE6683A}" dt="2026-04-29T06:15:52.210" v="184" actId="164"/>
          <ac:grpSpMkLst>
            <pc:docMk/>
            <pc:sldMk cId="0" sldId="260"/>
            <ac:grpSpMk id="45" creationId="{4E1FE51A-86D7-68D1-F2A5-23E819E42B11}"/>
          </ac:grpSpMkLst>
        </pc:grpChg>
        <pc:grpChg chg="mod">
          <ac:chgData name="Ujjwal kumar" userId="549c896179901756" providerId="LiveId" clId="{04359F36-64FE-4357-979E-14B36AE6683A}" dt="2026-04-29T06:40:13.772" v="399" actId="14100"/>
          <ac:grpSpMkLst>
            <pc:docMk/>
            <pc:sldMk cId="0" sldId="260"/>
            <ac:grpSpMk id="46" creationId="{D39CACE4-D0CF-22F8-C85C-E2FEBE3C5DE2}"/>
          </ac:grpSpMkLst>
        </pc:grpChg>
        <pc:grpChg chg="mod">
          <ac:chgData name="Ujjwal kumar" userId="549c896179901756" providerId="LiveId" clId="{04359F36-64FE-4357-979E-14B36AE6683A}" dt="2026-04-29T06:44:17.769" v="411" actId="14100"/>
          <ac:grpSpMkLst>
            <pc:docMk/>
            <pc:sldMk cId="0" sldId="260"/>
            <ac:grpSpMk id="47" creationId="{D09FEF52-F8C9-3BDC-2BE3-A308FCFE0522}"/>
          </ac:grpSpMkLst>
        </pc:grpChg>
      </pc:sldChg>
      <pc:sldChg chg="addSp delSp modSp mod">
        <pc:chgData name="Ujjwal kumar" userId="549c896179901756" providerId="LiveId" clId="{04359F36-64FE-4357-979E-14B36AE6683A}" dt="2026-04-29T06:19:48.921" v="211" actId="1076"/>
        <pc:sldMkLst>
          <pc:docMk/>
          <pc:sldMk cId="0" sldId="261"/>
        </pc:sldMkLst>
        <pc:spChg chg="mod">
          <ac:chgData name="Ujjwal kumar" userId="549c896179901756" providerId="LiveId" clId="{04359F36-64FE-4357-979E-14B36AE6683A}" dt="2026-04-29T06:18:24.085" v="20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9:28.823" v="207" actId="1076"/>
          <ac:spMkLst>
            <pc:docMk/>
            <pc:sldMk cId="0" sldId="261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1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9:36.886" v="209" actId="1076"/>
          <ac:spMkLst>
            <pc:docMk/>
            <pc:sldMk cId="0" sldId="261"/>
            <ac:spMk id="1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53.585" v="197" actId="1076"/>
          <ac:spMkLst>
            <pc:docMk/>
            <pc:sldMk cId="0" sldId="261"/>
            <ac:spMk id="2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6:26.209" v="187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6:34.315" v="188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37.005" v="195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41.148" v="196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6:57.805" v="190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6:45.890" v="189" actId="107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31.603" v="194" actId="14100"/>
          <ac:spMkLst>
            <pc:docMk/>
            <pc:sldMk cId="0" sldId="261"/>
            <ac:spMk id="3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3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3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3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8:02.271" v="198" actId="1076"/>
          <ac:spMkLst>
            <pc:docMk/>
            <pc:sldMk cId="0" sldId="261"/>
            <ac:spMk id="4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19:17.871" v="206" actId="165"/>
          <ac:spMkLst>
            <pc:docMk/>
            <pc:sldMk cId="0" sldId="261"/>
            <ac:spMk id="4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11.117" v="191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7:23.594" v="193" actId="1076"/>
          <ac:spMkLst>
            <pc:docMk/>
            <pc:sldMk cId="0" sldId="261"/>
            <ac:spMk id="4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9:48.921" v="211" actId="107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19:45.150" v="210" actId="1076"/>
          <ac:spMkLst>
            <pc:docMk/>
            <pc:sldMk cId="0" sldId="261"/>
            <ac:spMk id="46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19:11.022" v="205" actId="1076"/>
          <ac:grpSpMkLst>
            <pc:docMk/>
            <pc:sldMk cId="0" sldId="261"/>
            <ac:grpSpMk id="47" creationId="{252E32EB-4B6B-FB26-C314-3DB5397977BB}"/>
          </ac:grpSpMkLst>
        </pc:grpChg>
      </pc:sldChg>
      <pc:sldChg chg="addSp delSp modSp mod">
        <pc:chgData name="Ujjwal kumar" userId="549c896179901756" providerId="LiveId" clId="{04359F36-64FE-4357-979E-14B36AE6683A}" dt="2026-04-29T06:54:14.571" v="456" actId="208"/>
        <pc:sldMkLst>
          <pc:docMk/>
          <pc:sldMk cId="0" sldId="262"/>
        </pc:sldMkLst>
        <pc:spChg chg="mod">
          <ac:chgData name="Ujjwal kumar" userId="549c896179901756" providerId="LiveId" clId="{04359F36-64FE-4357-979E-14B36AE6683A}" dt="2026-04-29T06:20:03.955" v="213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2:01.334" v="226" actId="14100"/>
          <ac:spMkLst>
            <pc:docMk/>
            <pc:sldMk cId="0" sldId="262"/>
            <ac:spMk id="1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1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2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2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4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3:13.052" v="451" actId="207"/>
          <ac:spMkLst>
            <pc:docMk/>
            <pc:sldMk cId="0" sldId="262"/>
            <ac:spMk id="4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4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5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5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5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3:48.520" v="453" actId="208"/>
          <ac:spMkLst>
            <pc:docMk/>
            <pc:sldMk cId="0" sldId="262"/>
            <ac:spMk id="5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5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3:48.520" v="453" actId="208"/>
          <ac:spMkLst>
            <pc:docMk/>
            <pc:sldMk cId="0" sldId="262"/>
            <ac:spMk id="5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5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5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6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6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6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0:53.424" v="222" actId="165"/>
          <ac:spMkLst>
            <pc:docMk/>
            <pc:sldMk cId="0" sldId="262"/>
            <ac:spMk id="6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4:14.571" v="456" actId="208"/>
          <ac:spMkLst>
            <pc:docMk/>
            <pc:sldMk cId="0" sldId="262"/>
            <ac:spMk id="6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1:01.943" v="223" actId="1076"/>
          <ac:spMkLst>
            <pc:docMk/>
            <pc:sldMk cId="0" sldId="262"/>
            <ac:spMk id="6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1:10.933" v="224" actId="1076"/>
          <ac:spMkLst>
            <pc:docMk/>
            <pc:sldMk cId="0" sldId="262"/>
            <ac:spMk id="7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1:21.261" v="225" actId="1076"/>
          <ac:spMkLst>
            <pc:docMk/>
            <pc:sldMk cId="0" sldId="262"/>
            <ac:spMk id="71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20:13.173" v="215" actId="1076"/>
          <ac:grpSpMkLst>
            <pc:docMk/>
            <pc:sldMk cId="0" sldId="262"/>
            <ac:grpSpMk id="72" creationId="{B20EA7D4-053B-93B7-D89B-C6B93AB05CC6}"/>
          </ac:grpSpMkLst>
        </pc:grpChg>
        <pc:grpChg chg="mod">
          <ac:chgData name="Ujjwal kumar" userId="549c896179901756" providerId="LiveId" clId="{04359F36-64FE-4357-979E-14B36AE6683A}" dt="2026-04-29T06:20:29.137" v="218" actId="1076"/>
          <ac:grpSpMkLst>
            <pc:docMk/>
            <pc:sldMk cId="0" sldId="262"/>
            <ac:grpSpMk id="73" creationId="{5DFB3ACB-4849-81AC-99D0-A4FE5877337A}"/>
          </ac:grpSpMkLst>
        </pc:grpChg>
        <pc:grpChg chg="mod">
          <ac:chgData name="Ujjwal kumar" userId="549c896179901756" providerId="LiveId" clId="{04359F36-64FE-4357-979E-14B36AE6683A}" dt="2026-04-29T06:20:46.890" v="221" actId="1076"/>
          <ac:grpSpMkLst>
            <pc:docMk/>
            <pc:sldMk cId="0" sldId="262"/>
            <ac:grpSpMk id="74" creationId="{A9C3B26B-DBD3-515C-C54C-F9D56ABC759D}"/>
          </ac:grpSpMkLst>
        </pc:grpChg>
      </pc:sldChg>
      <pc:sldChg chg="addSp delSp modSp mod">
        <pc:chgData name="Ujjwal kumar" userId="549c896179901756" providerId="LiveId" clId="{04359F36-64FE-4357-979E-14B36AE6683A}" dt="2026-04-29T06:53:23.994" v="452" actId="207"/>
        <pc:sldMkLst>
          <pc:docMk/>
          <pc:sldMk cId="0" sldId="263"/>
        </pc:sldMkLst>
        <pc:spChg chg="mod topLvl">
          <ac:chgData name="Ujjwal kumar" userId="549c896179901756" providerId="LiveId" clId="{04359F36-64FE-4357-979E-14B36AE6683A}" dt="2026-04-29T06:34:18.589" v="302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4:33.484" v="304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4:22.594" v="303" actId="1076"/>
          <ac:spMkLst>
            <pc:docMk/>
            <pc:sldMk cId="0" sldId="263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1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1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2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2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2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53:23.994" v="452" actId="207"/>
          <ac:spMkLst>
            <pc:docMk/>
            <pc:sldMk cId="0" sldId="263"/>
            <ac:spMk id="3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5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4:12.510" v="301" actId="1076"/>
          <ac:spMkLst>
            <pc:docMk/>
            <pc:sldMk cId="0" sldId="263"/>
            <ac:spMk id="53" creationId="{00000000-0000-0000-0000-000000000000}"/>
          </ac:spMkLst>
        </pc:spChg>
        <pc:spChg chg="del mod topLvl">
          <ac:chgData name="Ujjwal kumar" userId="549c896179901756" providerId="LiveId" clId="{04359F36-64FE-4357-979E-14B36AE6683A}" dt="2026-04-29T06:33:52.124" v="297" actId="478"/>
          <ac:spMkLst>
            <pc:docMk/>
            <pc:sldMk cId="0" sldId="263"/>
            <ac:spMk id="56" creationId="{00000000-0000-0000-0000-000000000000}"/>
          </ac:spMkLst>
        </pc:spChg>
        <pc:spChg chg="del mod">
          <ac:chgData name="Ujjwal kumar" userId="549c896179901756" providerId="LiveId" clId="{04359F36-64FE-4357-979E-14B36AE6683A}" dt="2026-04-29T06:33:58.501" v="300" actId="478"/>
          <ac:spMkLst>
            <pc:docMk/>
            <pc:sldMk cId="0" sldId="263"/>
            <ac:spMk id="57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22:34.672" v="228" actId="1076"/>
          <ac:grpSpMkLst>
            <pc:docMk/>
            <pc:sldMk cId="0" sldId="263"/>
            <ac:grpSpMk id="58" creationId="{8CE72F3F-B9E6-ABAF-A917-CCC06999A8F2}"/>
          </ac:grpSpMkLst>
        </pc:grpChg>
        <pc:grpChg chg="mod">
          <ac:chgData name="Ujjwal kumar" userId="549c896179901756" providerId="LiveId" clId="{04359F36-64FE-4357-979E-14B36AE6683A}" dt="2026-04-29T06:23:01.958" v="231" actId="1076"/>
          <ac:grpSpMkLst>
            <pc:docMk/>
            <pc:sldMk cId="0" sldId="263"/>
            <ac:grpSpMk id="59" creationId="{F21A2326-F035-673A-A4C6-37C91B015F0E}"/>
          </ac:grpSpMkLst>
        </pc:grpChg>
        <pc:grpChg chg="mod">
          <ac:chgData name="Ujjwal kumar" userId="549c896179901756" providerId="LiveId" clId="{04359F36-64FE-4357-979E-14B36AE6683A}" dt="2026-04-29T06:23:34.321" v="234" actId="1076"/>
          <ac:grpSpMkLst>
            <pc:docMk/>
            <pc:sldMk cId="0" sldId="263"/>
            <ac:grpSpMk id="60" creationId="{8EC723DF-1868-F6B4-F8AF-8CCE018C88B3}"/>
          </ac:grpSpMkLst>
        </pc:grpChg>
      </pc:sldChg>
      <pc:sldChg chg="addSp delSp modSp mod">
        <pc:chgData name="Ujjwal kumar" userId="549c896179901756" providerId="LiveId" clId="{04359F36-64FE-4357-979E-14B36AE6683A}" dt="2026-04-29T06:46:17.046" v="421" actId="20577"/>
        <pc:sldMkLst>
          <pc:docMk/>
          <pc:sldMk cId="0" sldId="264"/>
        </pc:sldMkLst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1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1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4:31.875" v="240" actId="16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1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4:31.875" v="240" actId="165"/>
          <ac:spMkLst>
            <pc:docMk/>
            <pc:sldMk cId="0" sldId="264"/>
            <ac:spMk id="1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3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3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3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3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3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3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4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6:44.324" v="250" actId="164"/>
          <ac:spMkLst>
            <pc:docMk/>
            <pc:sldMk cId="0" sldId="264"/>
            <ac:spMk id="4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6:17.046" v="421" actId="20577"/>
          <ac:spMkLst>
            <pc:docMk/>
            <pc:sldMk cId="0" sldId="264"/>
            <ac:spMk id="4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5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01.564" v="246" actId="165"/>
          <ac:spMkLst>
            <pc:docMk/>
            <pc:sldMk cId="0" sldId="264"/>
            <ac:spMk id="5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7:00.496" v="252" actId="1076"/>
          <ac:spMkLst>
            <pc:docMk/>
            <pc:sldMk cId="0" sldId="264"/>
            <ac:spMk id="5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5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5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5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5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7:28.879" v="258" actId="14100"/>
          <ac:spMkLst>
            <pc:docMk/>
            <pc:sldMk cId="0" sldId="264"/>
            <ac:spMk id="5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5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6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6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5:59.189" v="249" actId="165"/>
          <ac:spMkLst>
            <pc:docMk/>
            <pc:sldMk cId="0" sldId="264"/>
            <ac:spMk id="6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4:31.875" v="240" actId="165"/>
          <ac:spMkLst>
            <pc:docMk/>
            <pc:sldMk cId="0" sldId="264"/>
            <ac:spMk id="6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7:08.273" v="253" actId="1076"/>
          <ac:spMkLst>
            <pc:docMk/>
            <pc:sldMk cId="0" sldId="264"/>
            <ac:spMk id="6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7:34.753" v="259" actId="1076"/>
          <ac:spMkLst>
            <pc:docMk/>
            <pc:sldMk cId="0" sldId="264"/>
            <ac:spMk id="65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24:27.624" v="239" actId="1076"/>
          <ac:grpSpMkLst>
            <pc:docMk/>
            <pc:sldMk cId="0" sldId="264"/>
            <ac:grpSpMk id="66" creationId="{CFC51A27-A6D5-B00E-7281-FD7433265EAA}"/>
          </ac:grpSpMkLst>
        </pc:grpChg>
        <pc:grpChg chg="mod">
          <ac:chgData name="Ujjwal kumar" userId="549c896179901756" providerId="LiveId" clId="{04359F36-64FE-4357-979E-14B36AE6683A}" dt="2026-04-29T06:24:44.158" v="242" actId="1076"/>
          <ac:grpSpMkLst>
            <pc:docMk/>
            <pc:sldMk cId="0" sldId="264"/>
            <ac:grpSpMk id="67" creationId="{6ADF522B-A4E2-19D9-71E5-4850A7306318}"/>
          </ac:grpSpMkLst>
        </pc:grpChg>
        <pc:grpChg chg="mod">
          <ac:chgData name="Ujjwal kumar" userId="549c896179901756" providerId="LiveId" clId="{04359F36-64FE-4357-979E-14B36AE6683A}" dt="2026-04-29T06:24:58.778" v="245" actId="1076"/>
          <ac:grpSpMkLst>
            <pc:docMk/>
            <pc:sldMk cId="0" sldId="264"/>
            <ac:grpSpMk id="68" creationId="{93FA45E0-0DE3-9747-982B-A532F090B5C7}"/>
          </ac:grpSpMkLst>
        </pc:grpChg>
        <pc:grpChg chg="mod">
          <ac:chgData name="Ujjwal kumar" userId="549c896179901756" providerId="LiveId" clId="{04359F36-64FE-4357-979E-14B36AE6683A}" dt="2026-04-29T06:25:50.323" v="248" actId="1076"/>
          <ac:grpSpMkLst>
            <pc:docMk/>
            <pc:sldMk cId="0" sldId="264"/>
            <ac:grpSpMk id="69" creationId="{6E94FD8B-3473-6A94-4FE6-00DBB76E1362}"/>
          </ac:grpSpMkLst>
        </pc:grpChg>
        <pc:grpChg chg="mod">
          <ac:chgData name="Ujjwal kumar" userId="549c896179901756" providerId="LiveId" clId="{04359F36-64FE-4357-979E-14B36AE6683A}" dt="2026-04-29T06:26:56.220" v="251" actId="14100"/>
          <ac:grpSpMkLst>
            <pc:docMk/>
            <pc:sldMk cId="0" sldId="264"/>
            <ac:grpSpMk id="70" creationId="{A3194B74-D55B-8A41-9C36-AEF015082A04}"/>
          </ac:grpSpMkLst>
        </pc:grpChg>
      </pc:sldChg>
      <pc:sldChg chg="addSp delSp modSp mod">
        <pc:chgData name="Ujjwal kumar" userId="549c896179901756" providerId="LiveId" clId="{04359F36-64FE-4357-979E-14B36AE6683A}" dt="2026-04-30T20:42:48.911" v="567" actId="20577"/>
        <pc:sldMkLst>
          <pc:docMk/>
          <pc:sldMk cId="0" sldId="265"/>
        </pc:sldMkLst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2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9:30.227" v="271" actId="1076"/>
          <ac:spMkLst>
            <pc:docMk/>
            <pc:sldMk cId="0" sldId="265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1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2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8:01.848" v="262" actId="16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12.031" v="263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46.786" v="267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46.786" v="267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46.786" v="267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54.520" v="268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54.520" v="268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8:54.520" v="268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9:04.435" v="269" actId="1076"/>
          <ac:spMkLst>
            <pc:docMk/>
            <pc:sldMk cId="0" sldId="265"/>
            <ac:spMk id="3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9:04.435" v="269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29:04.435" v="269" actId="1076"/>
          <ac:spMkLst>
            <pc:docMk/>
            <pc:sldMk cId="0" sldId="265"/>
            <ac:spMk id="3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9:04.435" v="269" actId="1076"/>
          <ac:spMkLst>
            <pc:docMk/>
            <pc:sldMk cId="0" sldId="265"/>
            <ac:spMk id="3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29:15.837" v="270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Ujjwal kumar" userId="549c896179901756" providerId="LiveId" clId="{04359F36-64FE-4357-979E-14B36AE6683A}" dt="2026-04-30T20:42:48.911" v="567" actId="20577"/>
          <ac:spMkLst>
            <pc:docMk/>
            <pc:sldMk cId="0" sldId="265"/>
            <ac:spMk id="35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4:51.016" v="306" actId="1076"/>
          <ac:spMkLst>
            <pc:docMk/>
            <pc:sldMk cId="0" sldId="265"/>
            <ac:spMk id="36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27:54.513" v="261" actId="1076"/>
          <ac:grpSpMkLst>
            <pc:docMk/>
            <pc:sldMk cId="0" sldId="265"/>
            <ac:grpSpMk id="37" creationId="{C797996F-E618-6D80-47A6-84CAD7366A06}"/>
          </ac:grpSpMkLst>
        </pc:grpChg>
      </pc:sldChg>
      <pc:sldChg chg="addSp delSp modSp mod">
        <pc:chgData name="Ujjwal kumar" userId="549c896179901756" providerId="LiveId" clId="{04359F36-64FE-4357-979E-14B36AE6683A}" dt="2026-04-29T06:47:31.513" v="426" actId="1076"/>
        <pc:sldMkLst>
          <pc:docMk/>
          <pc:sldMk cId="0" sldId="266"/>
        </pc:sldMkLst>
        <pc:spChg chg="mod topLvl">
          <ac:chgData name="Ujjwal kumar" userId="549c896179901756" providerId="LiveId" clId="{04359F36-64FE-4357-979E-14B36AE6683A}" dt="2026-04-29T06:31:14.392" v="288" actId="14100"/>
          <ac:spMkLst>
            <pc:docMk/>
            <pc:sldMk cId="0" sldId="266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02.173" v="286" actId="1076"/>
          <ac:spMkLst>
            <pc:docMk/>
            <pc:sldMk cId="0" sldId="266"/>
            <ac:spMk id="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08.324" v="287" actId="1076"/>
          <ac:spMkLst>
            <pc:docMk/>
            <pc:sldMk cId="0" sldId="266"/>
            <ac:spMk id="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41.031" v="292" actId="1076"/>
          <ac:spMkLst>
            <pc:docMk/>
            <pc:sldMk cId="0" sldId="266"/>
            <ac:spMk id="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32.604" v="291" actId="1076"/>
          <ac:spMkLst>
            <pc:docMk/>
            <pc:sldMk cId="0" sldId="266"/>
            <ac:spMk id="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7:31.513" v="426" actId="1076"/>
          <ac:spMkLst>
            <pc:docMk/>
            <pc:sldMk cId="0" sldId="266"/>
            <ac:spMk id="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32.604" v="291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7:28.298" v="425" actId="1076"/>
          <ac:spMkLst>
            <pc:docMk/>
            <pc:sldMk cId="0" sldId="266"/>
            <ac:spMk id="1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7:24.355" v="424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47:19.393" v="423" actId="1076"/>
          <ac:spMkLst>
            <pc:docMk/>
            <pc:sldMk cId="0" sldId="266"/>
            <ac:spMk id="1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32.604" v="291" actId="1076"/>
          <ac:spMkLst>
            <pc:docMk/>
            <pc:sldMk cId="0" sldId="266"/>
            <ac:spMk id="1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47:16.050" v="422" actId="1076"/>
          <ac:spMkLst>
            <pc:docMk/>
            <pc:sldMk cId="0" sldId="266"/>
            <ac:spMk id="17" creationId="{00000000-0000-0000-0000-000000000000}"/>
          </ac:spMkLst>
        </pc:spChg>
        <pc:spChg chg="del mod topLvl">
          <ac:chgData name="Ujjwal kumar" userId="549c896179901756" providerId="LiveId" clId="{04359F36-64FE-4357-979E-14B36AE6683A}" dt="2026-04-29T06:31:46.833" v="294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Ujjwal kumar" userId="549c896179901756" providerId="LiveId" clId="{04359F36-64FE-4357-979E-14B36AE6683A}" dt="2026-04-29T06:31:44.581" v="293" actId="478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55.738" v="295" actId="1076"/>
          <ac:spMkLst>
            <pc:docMk/>
            <pc:sldMk cId="0" sldId="266"/>
            <ac:spMk id="20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1:55.738" v="295" actId="1076"/>
          <ac:spMkLst>
            <pc:docMk/>
            <pc:sldMk cId="0" sldId="266"/>
            <ac:spMk id="21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29:44.351" v="273" actId="1076"/>
          <ac:grpSpMkLst>
            <pc:docMk/>
            <pc:sldMk cId="0" sldId="266"/>
            <ac:grpSpMk id="22" creationId="{2C9CBD10-AAA0-3006-77C2-03EF13F1DD2F}"/>
          </ac:grpSpMkLst>
        </pc:grpChg>
        <pc:grpChg chg="mod">
          <ac:chgData name="Ujjwal kumar" userId="549c896179901756" providerId="LiveId" clId="{04359F36-64FE-4357-979E-14B36AE6683A}" dt="2026-04-29T06:30:02.061" v="276" actId="1076"/>
          <ac:grpSpMkLst>
            <pc:docMk/>
            <pc:sldMk cId="0" sldId="266"/>
            <ac:grpSpMk id="23" creationId="{76A163E0-4CAC-1ED4-D558-00190906EC7D}"/>
          </ac:grpSpMkLst>
        </pc:grpChg>
        <pc:grpChg chg="mod">
          <ac:chgData name="Ujjwal kumar" userId="549c896179901756" providerId="LiveId" clId="{04359F36-64FE-4357-979E-14B36AE6683A}" dt="2026-04-29T06:31:23.945" v="289" actId="1076"/>
          <ac:grpSpMkLst>
            <pc:docMk/>
            <pc:sldMk cId="0" sldId="266"/>
            <ac:grpSpMk id="24" creationId="{C1329B20-5F7D-372A-F9BE-34345AF56EE2}"/>
          </ac:grpSpMkLst>
        </pc:grpChg>
        <pc:grpChg chg="add del mod">
          <ac:chgData name="Ujjwal kumar" userId="549c896179901756" providerId="LiveId" clId="{04359F36-64FE-4357-979E-14B36AE6683A}" dt="2026-04-29T06:30:43.003" v="282" actId="165"/>
          <ac:grpSpMkLst>
            <pc:docMk/>
            <pc:sldMk cId="0" sldId="266"/>
            <ac:grpSpMk id="25" creationId="{E7E314A1-3F1F-742E-F1AD-86A8AA3B0CF8}"/>
          </ac:grpSpMkLst>
        </pc:grpChg>
        <pc:grpChg chg="add del mod">
          <ac:chgData name="Ujjwal kumar" userId="549c896179901756" providerId="LiveId" clId="{04359F36-64FE-4357-979E-14B36AE6683A}" dt="2026-04-29T06:30:54.367" v="285" actId="165"/>
          <ac:grpSpMkLst>
            <pc:docMk/>
            <pc:sldMk cId="0" sldId="266"/>
            <ac:grpSpMk id="26" creationId="{88B085E6-F57E-2617-997D-803ACE04DFE0}"/>
          </ac:grpSpMkLst>
        </pc:grpChg>
      </pc:sldChg>
      <pc:sldChg chg="addSp delSp modSp mod">
        <pc:chgData name="Ujjwal kumar" userId="549c896179901756" providerId="LiveId" clId="{04359F36-64FE-4357-979E-14B36AE6683A}" dt="2026-04-29T06:47:40.666" v="427" actId="1076"/>
        <pc:sldMkLst>
          <pc:docMk/>
          <pc:sldMk cId="0" sldId="267"/>
        </pc:sldMkLst>
        <pc:spChg chg="mod topLvl">
          <ac:chgData name="Ujjwal kumar" userId="549c896179901756" providerId="LiveId" clId="{04359F36-64FE-4357-979E-14B36AE6683A}" dt="2026-04-29T06:47:40.666" v="427" actId="1076"/>
          <ac:spMkLst>
            <pc:docMk/>
            <pc:sldMk cId="0" sldId="267"/>
            <ac:spMk id="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3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4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5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6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7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8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11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12" creationId="{00000000-0000-0000-0000-000000000000}"/>
          </ac:spMkLst>
        </pc:spChg>
        <pc:spChg chg="mod topLvl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Ujjwal kumar" userId="549c896179901756" providerId="LiveId" clId="{04359F36-64FE-4357-979E-14B36AE6683A}" dt="2026-04-29T06:35:55.292" v="313" actId="1076"/>
          <ac:spMkLst>
            <pc:docMk/>
            <pc:sldMk cId="0" sldId="267"/>
            <ac:spMk id="14" creationId="{00000000-0000-0000-0000-000000000000}"/>
          </ac:spMkLst>
        </pc:spChg>
        <pc:grpChg chg="mod">
          <ac:chgData name="Ujjwal kumar" userId="549c896179901756" providerId="LiveId" clId="{04359F36-64FE-4357-979E-14B36AE6683A}" dt="2026-04-29T06:35:30.506" v="309" actId="1076"/>
          <ac:grpSpMkLst>
            <pc:docMk/>
            <pc:sldMk cId="0" sldId="267"/>
            <ac:grpSpMk id="15" creationId="{457E4468-6F25-B96A-6BEF-1BB1F4487FC3}"/>
          </ac:grpSpMkLst>
        </pc:grpChg>
      </pc:sldChg>
      <pc:sldChg chg="new del">
        <pc:chgData name="Ujjwal kumar" userId="549c896179901756" providerId="LiveId" clId="{04359F36-64FE-4357-979E-14B36AE6683A}" dt="2026-04-29T06:36:02.576" v="314" actId="47"/>
        <pc:sldMkLst>
          <pc:docMk/>
          <pc:sldMk cId="3282438422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44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56" y="76780"/>
            <a:ext cx="9001593" cy="1831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Prediction of Soil Macronutrients (NPK)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Multispectral Soil Data with a Framework Towards Edge-Based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456" y="1720437"/>
            <a:ext cx="9001593" cy="366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Project–I (EC3201) | B.Tech ECE, Semester VI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67722" y="4166022"/>
            <a:ext cx="3000531" cy="915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
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Ujjwal Kumar
Roll No. 230104028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67987" y="3405168"/>
            <a:ext cx="3000531" cy="915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
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D. Neelamegam
</a:t>
            </a: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Professor, Dept. of ECE</a:t>
            </a:r>
            <a:endParaRPr lang="en-US" sz="1200" dirty="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3886FB24-C004-6537-03F0-167B257FDA0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05027" y="2088784"/>
            <a:ext cx="1326451" cy="91564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DD4E09E-1455-EC2E-BA92-037F24FD92EB}"/>
              </a:ext>
            </a:extLst>
          </p:cNvPr>
          <p:cNvSpPr/>
          <p:nvPr/>
        </p:nvSpPr>
        <p:spPr>
          <a:xfrm>
            <a:off x="67456" y="3021466"/>
            <a:ext cx="9001593" cy="457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Electronics and 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Institute of Information Technology Senapati, Manipur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EA374EE-8F42-BAAA-49FD-9F40660A618E}"/>
              </a:ext>
            </a:extLst>
          </p:cNvPr>
          <p:cNvSpPr/>
          <p:nvPr/>
        </p:nvSpPr>
        <p:spPr>
          <a:xfrm>
            <a:off x="4771847" y="4166022"/>
            <a:ext cx="3000531" cy="915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
</a:t>
            </a: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Atul Yadav
Roll No. 230102041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Introduction, Objectives &amp;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NPK (N, P, K) are essential macronutrients for crop growth and soil fertility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lab testing: expensive, slow, provides sparse spatial coverage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fertilizer application leads to inefficiency and environmental damage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agriculture requires high-resolution nutrient maps for site-specific 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371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automated prediction on LUCAS dataset (40,788 samples)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8,443 features across spectral + chemistry domains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XGBoost ensemble with Group K-Fold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4290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spatial NPK maps using Kriging interpolation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13716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feature engineering (spectral + chemistry + geographic)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0574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Geo-Spectral XGBoost framework with spatial encoding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7432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for P (vs. regression), addressing spectral limitations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4290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deployable system with Kriging-based map generation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45289" y="4114800"/>
            <a:ext cx="5486400" cy="914400"/>
          </a:xfrm>
          <a:prstGeom prst="rect">
            <a:avLst/>
          </a:prstGeom>
          <a:solidFill>
            <a:srgbClr val="97BC62">
              <a:alpha val="15000"/>
            </a:srgbClr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845289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40,788 samples | 4,200 spectral bands | 28 regions | 8,443 features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Existing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2004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Others Have Done (Soil Spectroscopy)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94031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et al. (2015): LUCAS Soil Dataset, PLS regression only. Limited ability to model nonlinear relationships.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Vullaganti et al. (2023): Neural Architecture Search for N/P prediction. High accuracy but computationally expensive, not suitable for deployment.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chemometric models: PLSR-based, assume linear spectral-nutrient dependencies.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These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68227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36822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Over-reliance on linear regression models (PLS)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733987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73398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features only; chemistry and geography ignored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99747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9974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Single-algorithm approach, no ensemble diversity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465507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46550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complete end-to-end deployment pipelines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831267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83126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and K prediction remain challenging due to weak spectral signatures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6935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Work Addresses the Gaps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0407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683833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1: narrow features → 4200 spectral + 43 chemistry + 28 geographic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03460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012117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2: single classifier → Unified XGBoost framework with N/P/K specific configurations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082" y="4387619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36663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3: linear assumptions → Gradient boosting captures nonlinear spectral-nutrient relationships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7320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7320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4: no deployment → Complete </a:t>
            </a:r>
            <a:r>
              <a:rPr lang="en-US" sz="1000" dirty="0" err="1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 with Kriging interpolation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1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84033"/>
            <a:ext cx="27432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72440" y="55358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Soil Dataset</a:t>
            </a:r>
            <a:endParaRPr lang="en-US" sz="14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9B550CB-35F8-74E8-92DD-E3D20B1C3E8E}"/>
              </a:ext>
            </a:extLst>
          </p:cNvPr>
          <p:cNvGrpSpPr/>
          <p:nvPr/>
        </p:nvGrpSpPr>
        <p:grpSpPr>
          <a:xfrm>
            <a:off x="472440" y="863231"/>
            <a:ext cx="3657600" cy="1550660"/>
            <a:chOff x="640080" y="1145602"/>
            <a:chExt cx="3657600" cy="1743732"/>
          </a:xfrm>
        </p:grpSpPr>
        <p:sp>
          <p:nvSpPr>
            <p:cNvPr id="5" name="Text 3"/>
            <p:cNvSpPr/>
            <p:nvPr/>
          </p:nvSpPr>
          <p:spPr>
            <a:xfrm>
              <a:off x="640080" y="114560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Source: European Commission JRC (2015)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441283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Coverage: 28 EU countries, diverse soil types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173696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Samples: 40,788 soil samples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202927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Spectral range: 400-2500 nm (VNIR)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2322143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Original bands: 4,200 wavelengths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261501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Targets: N (g/kg), P (mg/kg), K (mg/kg)</a:t>
              </a:r>
              <a:endParaRPr lang="en-US" sz="10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652010" y="39448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Strategy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47260" y="719126"/>
            <a:ext cx="3931920" cy="549323"/>
          </a:xfrm>
          <a:prstGeom prst="rect">
            <a:avLst/>
          </a:prstGeom>
          <a:solidFill>
            <a:srgbClr val="97BC62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747260" y="858922"/>
            <a:ext cx="3931920" cy="366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Features: 8,400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7260" y="1146506"/>
            <a:ext cx="3931920" cy="915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SNV normalization: (x - μ) / 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Savitzky-Golay smoothing (window=21)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derivative (SG1) for peak enhancement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4,200 bands × 2 (smooth + derivative) = 8,400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47260" y="2000553"/>
            <a:ext cx="3931920" cy="549323"/>
          </a:xfrm>
          <a:prstGeom prst="rect">
            <a:avLst/>
          </a:prstGeom>
          <a:solidFill>
            <a:srgbClr val="92D050"/>
          </a:solidFill>
          <a:ln w="127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47260" y="2076466"/>
            <a:ext cx="3931920" cy="366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Features: 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7260" y="2616513"/>
            <a:ext cx="3931920" cy="82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(13): pH, Clay, Silt, Sand, OC, Clay×pH, CEC proxy, texture index, etc.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K-Specific (2): K_exchangeable = Clay×pH×0.1,  K_weathering = Sand/(Clay+1)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47260" y="3440498"/>
            <a:ext cx="3931920" cy="549323"/>
          </a:xfrm>
          <a:prstGeom prst="rect">
            <a:avLst/>
          </a:prstGeom>
          <a:solidFill>
            <a:srgbClr val="2C5F2D"/>
          </a:solidFill>
          <a:ln w="127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47260" y="3526416"/>
            <a:ext cx="3931920" cy="366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Features: 28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7260" y="4009263"/>
            <a:ext cx="3931920" cy="457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 by country (28 EU regions)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spatial learning beyond coordinates</a:t>
            </a:r>
            <a:endParaRPr lang="en-US" sz="9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61CF65D-1DEC-4F8E-F95E-DBCFD983E6FF}"/>
              </a:ext>
            </a:extLst>
          </p:cNvPr>
          <p:cNvGrpSpPr/>
          <p:nvPr/>
        </p:nvGrpSpPr>
        <p:grpSpPr>
          <a:xfrm>
            <a:off x="411480" y="2479286"/>
            <a:ext cx="4114800" cy="2008840"/>
            <a:chOff x="411480" y="2479286"/>
            <a:chExt cx="4114800" cy="20088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E116C8F-2755-0EC6-B857-C86BE0008EE0}"/>
                </a:ext>
              </a:extLst>
            </p:cNvPr>
            <p:cNvGrpSpPr/>
            <p:nvPr/>
          </p:nvGrpSpPr>
          <p:grpSpPr>
            <a:xfrm>
              <a:off x="411480" y="2479286"/>
              <a:ext cx="4114800" cy="1996714"/>
              <a:chOff x="457200" y="2865441"/>
              <a:chExt cx="4114800" cy="19967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2D80848-4A87-FE4D-F788-EE4EF2876E52}"/>
                  </a:ext>
                </a:extLst>
              </p:cNvPr>
              <p:cNvGrpSpPr/>
              <p:nvPr/>
            </p:nvGrpSpPr>
            <p:grpSpPr>
              <a:xfrm>
                <a:off x="548640" y="3252989"/>
                <a:ext cx="1737360" cy="1600200"/>
                <a:chOff x="640080" y="3657600"/>
                <a:chExt cx="1737360" cy="1600200"/>
              </a:xfrm>
            </p:grpSpPr>
            <p:sp>
              <p:nvSpPr>
                <p:cNvPr id="22" name="Shape 20"/>
                <p:cNvSpPr/>
                <p:nvPr/>
              </p:nvSpPr>
              <p:spPr>
                <a:xfrm>
                  <a:off x="640080" y="3657600"/>
                  <a:ext cx="1737360" cy="320040"/>
                </a:xfrm>
                <a:prstGeom prst="rect">
                  <a:avLst/>
                </a:prstGeom>
                <a:solidFill>
                  <a:srgbClr val="97BC62"/>
                </a:solidFill>
                <a:ln w="6350">
                  <a:solidFill>
                    <a:srgbClr val="2C5F2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Shape 24"/>
                <p:cNvSpPr/>
                <p:nvPr/>
              </p:nvSpPr>
              <p:spPr>
                <a:xfrm>
                  <a:off x="640080" y="3977640"/>
                  <a:ext cx="1737360" cy="320040"/>
                </a:xfrm>
                <a:prstGeom prst="rect">
                  <a:avLst/>
                </a:prstGeom>
                <a:solidFill>
                  <a:srgbClr val="F5F5F5"/>
                </a:solidFill>
                <a:ln w="6350">
                  <a:solidFill>
                    <a:srgbClr val="2C5F2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" name="Shape 28"/>
                <p:cNvSpPr/>
                <p:nvPr/>
              </p:nvSpPr>
              <p:spPr>
                <a:xfrm>
                  <a:off x="640080" y="4297680"/>
                  <a:ext cx="1737360" cy="320040"/>
                </a:xfrm>
                <a:prstGeom prst="rect">
                  <a:avLst/>
                </a:prstGeom>
                <a:solidFill>
                  <a:srgbClr val="F5F5F5"/>
                </a:solidFill>
                <a:ln w="6350">
                  <a:solidFill>
                    <a:srgbClr val="2C5F2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Shape 32"/>
                <p:cNvSpPr/>
                <p:nvPr/>
              </p:nvSpPr>
              <p:spPr>
                <a:xfrm>
                  <a:off x="640080" y="4617720"/>
                  <a:ext cx="1737360" cy="320040"/>
                </a:xfrm>
                <a:prstGeom prst="rect">
                  <a:avLst/>
                </a:prstGeom>
                <a:solidFill>
                  <a:srgbClr val="F5F5F5"/>
                </a:solidFill>
                <a:ln w="6350">
                  <a:solidFill>
                    <a:srgbClr val="2C5F2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" name="Shape 36"/>
                <p:cNvSpPr/>
                <p:nvPr/>
              </p:nvSpPr>
              <p:spPr>
                <a:xfrm>
                  <a:off x="640080" y="4937760"/>
                  <a:ext cx="1737360" cy="320040"/>
                </a:xfrm>
                <a:prstGeom prst="rect">
                  <a:avLst/>
                </a:prstGeom>
                <a:solidFill>
                  <a:srgbClr val="F5F5F5"/>
                </a:solidFill>
                <a:ln w="6350">
                  <a:solidFill>
                    <a:srgbClr val="2C5F2D"/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1" name="Text 19"/>
              <p:cNvSpPr/>
              <p:nvPr/>
            </p:nvSpPr>
            <p:spPr>
              <a:xfrm>
                <a:off x="457200" y="2865441"/>
                <a:ext cx="411480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2D34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Phosphorus Classification</a:t>
                </a:r>
                <a:endParaRPr lang="en-US" sz="1400" dirty="0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0FEB8FA-A1EC-F94B-DD11-86E12B98EDB5}"/>
                  </a:ext>
                </a:extLst>
              </p:cNvPr>
              <p:cNvGrpSpPr/>
              <p:nvPr/>
            </p:nvGrpSpPr>
            <p:grpSpPr>
              <a:xfrm>
                <a:off x="2468880" y="3216188"/>
                <a:ext cx="1737360" cy="1645967"/>
                <a:chOff x="2468880" y="3372739"/>
                <a:chExt cx="1737360" cy="1645967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E8E1B629-7854-4D73-6B01-CBDF0C31F74A}"/>
                    </a:ext>
                  </a:extLst>
                </p:cNvPr>
                <p:cNvGrpSpPr/>
                <p:nvPr/>
              </p:nvGrpSpPr>
              <p:grpSpPr>
                <a:xfrm>
                  <a:off x="2468880" y="3404877"/>
                  <a:ext cx="1737360" cy="1600200"/>
                  <a:chOff x="2468880" y="3657600"/>
                  <a:chExt cx="1737360" cy="1600200"/>
                </a:xfrm>
              </p:grpSpPr>
              <p:sp>
                <p:nvSpPr>
                  <p:cNvPr id="24" name="Shape 22"/>
                  <p:cNvSpPr/>
                  <p:nvPr/>
                </p:nvSpPr>
                <p:spPr>
                  <a:xfrm>
                    <a:off x="2468880" y="3657600"/>
                    <a:ext cx="1737360" cy="320040"/>
                  </a:xfrm>
                  <a:prstGeom prst="rect">
                    <a:avLst/>
                  </a:prstGeom>
                  <a:solidFill>
                    <a:srgbClr val="97BC62"/>
                  </a:solidFill>
                  <a:ln w="6350">
                    <a:solidFill>
                      <a:srgbClr val="2C5F2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8" name="Shape 26"/>
                  <p:cNvSpPr/>
                  <p:nvPr/>
                </p:nvSpPr>
                <p:spPr>
                  <a:xfrm>
                    <a:off x="2468880" y="3977640"/>
                    <a:ext cx="1737360" cy="320040"/>
                  </a:xfrm>
                  <a:prstGeom prst="rect">
                    <a:avLst/>
                  </a:prstGeom>
                  <a:solidFill>
                    <a:srgbClr val="F5F5F5"/>
                  </a:solidFill>
                  <a:ln w="6350">
                    <a:solidFill>
                      <a:srgbClr val="2C5F2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2" name="Shape 30"/>
                  <p:cNvSpPr/>
                  <p:nvPr/>
                </p:nvSpPr>
                <p:spPr>
                  <a:xfrm>
                    <a:off x="2468880" y="4297680"/>
                    <a:ext cx="1737360" cy="320040"/>
                  </a:xfrm>
                  <a:prstGeom prst="rect">
                    <a:avLst/>
                  </a:prstGeom>
                  <a:solidFill>
                    <a:srgbClr val="F5F5F5"/>
                  </a:solidFill>
                  <a:ln w="6350">
                    <a:solidFill>
                      <a:srgbClr val="2C5F2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6" name="Shape 34"/>
                  <p:cNvSpPr/>
                  <p:nvPr/>
                </p:nvSpPr>
                <p:spPr>
                  <a:xfrm>
                    <a:off x="2468880" y="4617720"/>
                    <a:ext cx="1737360" cy="320040"/>
                  </a:xfrm>
                  <a:prstGeom prst="rect">
                    <a:avLst/>
                  </a:prstGeom>
                  <a:solidFill>
                    <a:srgbClr val="F5F5F5"/>
                  </a:solidFill>
                  <a:ln w="6350">
                    <a:solidFill>
                      <a:srgbClr val="2C5F2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40" name="Shape 38"/>
                  <p:cNvSpPr/>
                  <p:nvPr/>
                </p:nvSpPr>
                <p:spPr>
                  <a:xfrm>
                    <a:off x="2468880" y="4937760"/>
                    <a:ext cx="1737360" cy="320040"/>
                  </a:xfrm>
                  <a:prstGeom prst="rect">
                    <a:avLst/>
                  </a:prstGeom>
                  <a:solidFill>
                    <a:srgbClr val="F5F5F5"/>
                  </a:solidFill>
                  <a:ln w="6350">
                    <a:solidFill>
                      <a:srgbClr val="2C5F2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5" name="Text 23"/>
                <p:cNvSpPr/>
                <p:nvPr/>
              </p:nvSpPr>
              <p:spPr>
                <a:xfrm>
                  <a:off x="2468880" y="3372739"/>
                  <a:ext cx="17373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Range (mg/kg)</a:t>
                  </a:r>
                  <a:endParaRPr lang="en-US" sz="1000" dirty="0"/>
                </a:p>
              </p:txBody>
            </p:sp>
            <p:sp>
              <p:nvSpPr>
                <p:cNvPr id="29" name="Text 27"/>
                <p:cNvSpPr/>
                <p:nvPr/>
              </p:nvSpPr>
              <p:spPr>
                <a:xfrm>
                  <a:off x="2468880" y="3715173"/>
                  <a:ext cx="17373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2D3436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1.4 - 12.6</a:t>
                  </a:r>
                  <a:endParaRPr lang="en-US" sz="900" dirty="0"/>
                </a:p>
              </p:txBody>
            </p:sp>
            <p:sp>
              <p:nvSpPr>
                <p:cNvPr id="33" name="Text 31"/>
                <p:cNvSpPr/>
                <p:nvPr/>
              </p:nvSpPr>
              <p:spPr>
                <a:xfrm>
                  <a:off x="2468880" y="4066784"/>
                  <a:ext cx="17373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2D3436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12.6 - 24.9</a:t>
                  </a:r>
                  <a:endParaRPr lang="en-US" sz="900" dirty="0"/>
                </a:p>
              </p:txBody>
            </p:sp>
            <p:sp>
              <p:nvSpPr>
                <p:cNvPr id="37" name="Text 35"/>
                <p:cNvSpPr/>
                <p:nvPr/>
              </p:nvSpPr>
              <p:spPr>
                <a:xfrm>
                  <a:off x="2468880" y="4385278"/>
                  <a:ext cx="17373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2D3436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24.9 - 44.4</a:t>
                  </a:r>
                  <a:endParaRPr lang="en-US" sz="900" dirty="0"/>
                </a:p>
              </p:txBody>
            </p:sp>
            <p:sp>
              <p:nvSpPr>
                <p:cNvPr id="41" name="Text 39"/>
                <p:cNvSpPr/>
                <p:nvPr/>
              </p:nvSpPr>
              <p:spPr>
                <a:xfrm>
                  <a:off x="2468880" y="4690421"/>
                  <a:ext cx="1737360" cy="328285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2D3436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44.4+</a:t>
                  </a:r>
                  <a:endParaRPr lang="en-US" sz="9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309BF31-E756-89E2-B61E-2AAB5D45CCCA}"/>
                </a:ext>
              </a:extLst>
            </p:cNvPr>
            <p:cNvGrpSpPr/>
            <p:nvPr/>
          </p:nvGrpSpPr>
          <p:grpSpPr>
            <a:xfrm>
              <a:off x="480060" y="2866834"/>
              <a:ext cx="1783080" cy="1621292"/>
              <a:chOff x="502920" y="3232618"/>
              <a:chExt cx="1783080" cy="1621292"/>
            </a:xfrm>
          </p:grpSpPr>
          <p:sp>
            <p:nvSpPr>
              <p:cNvPr id="23" name="Text 21"/>
              <p:cNvSpPr/>
              <p:nvPr/>
            </p:nvSpPr>
            <p:spPr>
              <a:xfrm>
                <a:off x="548640" y="3232618"/>
                <a:ext cx="17373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Class</a:t>
                </a:r>
                <a:endParaRPr lang="en-US" sz="10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48640" y="3558622"/>
                <a:ext cx="17373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D34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Low</a:t>
                </a:r>
                <a:endParaRPr lang="en-US" sz="9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548640" y="3872698"/>
                <a:ext cx="17373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D34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Med-Low</a:t>
                </a:r>
                <a:endParaRPr lang="en-US" sz="9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548640" y="4237041"/>
                <a:ext cx="17373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D34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Med-High</a:t>
                </a:r>
                <a:endParaRPr lang="en-US" sz="90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502920" y="4533870"/>
                <a:ext cx="17373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2D343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High</a:t>
                </a:r>
                <a:endParaRPr lang="en-US" sz="900" dirty="0"/>
              </a:p>
            </p:txBody>
          </p:sp>
        </p:grpSp>
      </p:grpSp>
      <p:sp>
        <p:nvSpPr>
          <p:cNvPr id="42" name="Shape 40"/>
          <p:cNvSpPr/>
          <p:nvPr/>
        </p:nvSpPr>
        <p:spPr>
          <a:xfrm>
            <a:off x="1386840" y="4567999"/>
            <a:ext cx="64008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1371600" y="4532429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Combined Features: 8,443 (8,400 spectral + 43 engineered)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487680"/>
            <a:ext cx="32004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257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953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of the Pipeline</a:t>
            </a:r>
            <a:endParaRPr lang="en-US" sz="1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21A8D53-2365-E4AC-EB92-3B7280812E29}"/>
              </a:ext>
            </a:extLst>
          </p:cNvPr>
          <p:cNvGrpSpPr/>
          <p:nvPr/>
        </p:nvGrpSpPr>
        <p:grpSpPr>
          <a:xfrm>
            <a:off x="4663440" y="902970"/>
            <a:ext cx="274320" cy="3981450"/>
            <a:chOff x="4572000" y="1554480"/>
            <a:chExt cx="274320" cy="4297680"/>
          </a:xfrm>
        </p:grpSpPr>
        <p:sp>
          <p:nvSpPr>
            <p:cNvPr id="23" name="Text 21"/>
            <p:cNvSpPr/>
            <p:nvPr/>
          </p:nvSpPr>
          <p:spPr>
            <a:xfrm>
              <a:off x="4572000" y="155448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572000" y="210312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0" y="265176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572000" y="320040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572000" y="374904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5.</a:t>
              </a:r>
              <a:endParaRPr lang="en-US" sz="11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0" y="429768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572000" y="484632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7.</a:t>
              </a:r>
              <a:endParaRPr lang="en-US" sz="11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572000" y="5394960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445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8.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B334E6E-E7A3-A48F-A7A9-7362FF23B0E1}"/>
              </a:ext>
            </a:extLst>
          </p:cNvPr>
          <p:cNvGrpSpPr/>
          <p:nvPr/>
        </p:nvGrpSpPr>
        <p:grpSpPr>
          <a:xfrm>
            <a:off x="4937760" y="777240"/>
            <a:ext cx="3749040" cy="4049075"/>
            <a:chOff x="4937760" y="1554480"/>
            <a:chExt cx="3749040" cy="4281953"/>
          </a:xfrm>
        </p:grpSpPr>
        <p:sp>
          <p:nvSpPr>
            <p:cNvPr id="24" name="Text 22"/>
            <p:cNvSpPr/>
            <p:nvPr/>
          </p:nvSpPr>
          <p:spPr>
            <a:xfrm>
              <a:off x="4937760" y="155448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uploads multispectral data (GeoTIFF/CSV)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937760" y="210312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Bandpass filter (400-2500nm) + z-score normalization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937760" y="265176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Spectral preprocessing: SNV + Savitzky-Golay derivatives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937760" y="320040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 extraction: 8,400 spectral + 43 engineered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937760" y="374904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PLS dimensionality reduction (nutrient-specific components)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937760" y="429768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XGBoost prediction (N: regression, P: 4-class, K: regression)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937760" y="4846320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Kriging interpolation for continuous spatial maps</a:t>
              </a:r>
              <a:endParaRPr lang="en-US" sz="9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937760" y="5333513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Output: NPK predictions + GeoTIFF export</a:t>
              </a:r>
              <a:endParaRPr lang="en-US" sz="900" dirty="0"/>
            </a:p>
          </p:txBody>
        </p:sp>
      </p:grpSp>
      <p:sp>
        <p:nvSpPr>
          <p:cNvPr id="5" name="Shape 3"/>
          <p:cNvSpPr/>
          <p:nvPr/>
        </p:nvSpPr>
        <p:spPr>
          <a:xfrm>
            <a:off x="914400" y="889391"/>
            <a:ext cx="3200400" cy="504434"/>
          </a:xfrm>
          <a:prstGeom prst="rect">
            <a:avLst/>
          </a:prstGeom>
          <a:solidFill>
            <a:srgbClr val="2C5F2D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561970"/>
            <a:ext cx="3200400" cy="504434"/>
          </a:xfrm>
          <a:prstGeom prst="rect">
            <a:avLst/>
          </a:prstGeom>
          <a:solidFill>
            <a:srgbClr val="97BC62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914400" y="2234550"/>
            <a:ext cx="3200400" cy="504434"/>
          </a:xfrm>
          <a:prstGeom prst="rect">
            <a:avLst/>
          </a:prstGeom>
          <a:solidFill>
            <a:srgbClr val="92D050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3579708"/>
            <a:ext cx="3200400" cy="504434"/>
          </a:xfrm>
          <a:prstGeom prst="rect">
            <a:avLst/>
          </a:prstGeom>
          <a:solidFill>
            <a:srgbClr val="2C5F2D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14400" y="4252287"/>
            <a:ext cx="3200400" cy="504434"/>
          </a:xfrm>
          <a:prstGeom prst="rect">
            <a:avLst/>
          </a:prstGeom>
          <a:solidFill>
            <a:srgbClr val="92D050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864870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Soil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(LUCAS)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355292"/>
            <a:ext cx="274320" cy="252217"/>
          </a:xfrm>
          <a:prstGeom prst="downArrow">
            <a:avLst/>
          </a:prstGeom>
          <a:solidFill>
            <a:srgbClr val="1E3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582988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(SNV+SG)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045387"/>
            <a:ext cx="274320" cy="252217"/>
          </a:xfrm>
          <a:prstGeom prst="downArrow">
            <a:avLst/>
          </a:prstGeom>
          <a:solidFill>
            <a:srgbClr val="1E3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2255568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(8,443 features)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928147"/>
            <a:ext cx="3200400" cy="504434"/>
          </a:xfrm>
          <a:prstGeom prst="rect">
            <a:avLst/>
          </a:prstGeom>
          <a:solidFill>
            <a:srgbClr val="97BC62"/>
          </a:solidFill>
          <a:ln w="25400">
            <a:solidFill>
              <a:srgbClr val="1E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2928147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(N:20, P:25, K:18)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703954"/>
            <a:ext cx="274320" cy="252217"/>
          </a:xfrm>
          <a:prstGeom prst="downArrow">
            <a:avLst/>
          </a:prstGeom>
          <a:solidFill>
            <a:srgbClr val="1E3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3600726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(N/P/K)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4101658"/>
            <a:ext cx="274320" cy="252217"/>
          </a:xfrm>
          <a:prstGeom prst="downArrow">
            <a:avLst/>
          </a:prstGeom>
          <a:solidFill>
            <a:srgbClr val="1E3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273306"/>
            <a:ext cx="3200400" cy="504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Maps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(Kriging)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3376533"/>
            <a:ext cx="274320" cy="252217"/>
          </a:xfrm>
          <a:prstGeom prst="downArrow">
            <a:avLst/>
          </a:prstGeom>
          <a:solidFill>
            <a:srgbClr val="1E3A2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ML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27432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Preprocessing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53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160" y="1051560"/>
            <a:ext cx="3657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104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 Normalization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104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 = (x - μ) / 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1040" y="1709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multiplicative scatter effects, corrects baseline shifts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8160" y="2240280"/>
            <a:ext cx="3657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104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Savitzky-Golay Smoothing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1040" y="2651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Window=21, Polynomial=2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1040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reduction while preserving spectral peak structure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8160" y="3429000"/>
            <a:ext cx="3657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1040" y="3520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Derivative (SG1)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104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d(reflectance)/dλ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104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weak absorption features, improves sensitivity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32960" y="1051560"/>
            <a:ext cx="1280160" cy="3383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32960" y="1051560"/>
            <a:ext cx="12801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3296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(N)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4400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296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40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24400" y="2880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1000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0.05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15840" y="3954780"/>
            <a:ext cx="914400" cy="3657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1584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PLS: 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04560" y="1051560"/>
            <a:ext cx="1280160" cy="3383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04560" y="1051560"/>
            <a:ext cx="12801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0456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Phosphorus (P)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0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1980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6000" y="2880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700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num_class: 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02680" y="3931920"/>
            <a:ext cx="914400" cy="3657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41720" y="39547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PLS: 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6160" y="1051560"/>
            <a:ext cx="1280160" cy="3383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376160" y="1051560"/>
            <a:ext cx="12801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7616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Potassium (K)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67600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76160" y="1981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6760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67600" y="2880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700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59040" y="3931920"/>
            <a:ext cx="914400" cy="3657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5904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PLS: 18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160" y="4628388"/>
            <a:ext cx="7863840" cy="457200"/>
          </a:xfrm>
          <a:prstGeom prst="rect">
            <a:avLst/>
          </a:prstGeom>
          <a:solidFill>
            <a:srgbClr val="2C5F2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6101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Group K-Fold (5 folds) | Spatial separation by region | Prevents data leakage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 Nitrogen &amp; Phosphorus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27432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Prediction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0" y="594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Phosphorus Classification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960120"/>
            <a:ext cx="3200400" cy="10972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 ± 0.014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188720" cy="3200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331720"/>
            <a:ext cx="1188720" cy="3200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1188720" cy="3200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5468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5176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265176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74520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65176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54680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292608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4520" y="292608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87452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15468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320040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74520" y="320040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87452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320040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15468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347472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74520" y="347472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87452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347472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15468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" y="374904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9436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74520" y="374904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87452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54680" y="3749040"/>
            <a:ext cx="11887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15468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Excellent: Strong correlation with organic carbon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960120"/>
            <a:ext cx="3200400" cy="1097280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920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89204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 ± 2.3%</a:t>
            </a:r>
            <a:endParaRPr lang="en-US" sz="3600" dirty="0"/>
          </a:p>
        </p:txBody>
      </p:sp>
      <p:sp>
        <p:nvSpPr>
          <p:cNvPr id="49" name="Shape 47"/>
          <p:cNvSpPr/>
          <p:nvPr/>
        </p:nvSpPr>
        <p:spPr>
          <a:xfrm>
            <a:off x="4892040" y="2331720"/>
            <a:ext cx="1463040" cy="320040"/>
          </a:xfrm>
          <a:prstGeom prst="rect">
            <a:avLst/>
          </a:prstGeom>
          <a:solidFill>
            <a:srgbClr val="97BC62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9204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46520" y="2331720"/>
            <a:ext cx="1463040" cy="320040"/>
          </a:xfrm>
          <a:prstGeom prst="rect">
            <a:avLst/>
          </a:prstGeom>
          <a:solidFill>
            <a:srgbClr val="97BC62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4652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265176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4" name="Text 52"/>
          <p:cNvSpPr/>
          <p:nvPr/>
        </p:nvSpPr>
        <p:spPr>
          <a:xfrm>
            <a:off x="4892040" y="2651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46520" y="265176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6" name="Text 54"/>
          <p:cNvSpPr/>
          <p:nvPr/>
        </p:nvSpPr>
        <p:spPr>
          <a:xfrm>
            <a:off x="6446520" y="2651760"/>
            <a:ext cx="1463040" cy="3200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1.4-12.6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92040" y="297180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8" name="Text 56"/>
          <p:cNvSpPr/>
          <p:nvPr/>
        </p:nvSpPr>
        <p:spPr>
          <a:xfrm>
            <a:off x="4892040" y="2971800"/>
            <a:ext cx="1463040" cy="3200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Med-Low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46520" y="297180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0" name="Text 58"/>
          <p:cNvSpPr/>
          <p:nvPr/>
        </p:nvSpPr>
        <p:spPr>
          <a:xfrm>
            <a:off x="644652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12.6-24.9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92040" y="329184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2" name="Text 60"/>
          <p:cNvSpPr/>
          <p:nvPr/>
        </p:nvSpPr>
        <p:spPr>
          <a:xfrm>
            <a:off x="489204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Med-High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329184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4" name="Text 62"/>
          <p:cNvSpPr/>
          <p:nvPr/>
        </p:nvSpPr>
        <p:spPr>
          <a:xfrm>
            <a:off x="644652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24.9-44.4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92040" y="361188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6" name="Text 64"/>
          <p:cNvSpPr/>
          <p:nvPr/>
        </p:nvSpPr>
        <p:spPr>
          <a:xfrm>
            <a:off x="4892040" y="3611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46520" y="3611880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92D050"/>
            </a:solidFill>
            <a:prstDash val="solid"/>
          </a:ln>
        </p:spPr>
        <p:txBody>
          <a:bodyPr/>
          <a:lstStyle/>
          <a:p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8" name="Text 66"/>
          <p:cNvSpPr/>
          <p:nvPr/>
        </p:nvSpPr>
        <p:spPr>
          <a:xfrm>
            <a:off x="6446520" y="3611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44.4+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46320" y="39090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classification?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lacks spectral signature; clustered spatial distribution makes classes more practical for farmers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" y="4617720"/>
            <a:ext cx="76809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94360" y="462915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LUCAS 2015 | 40,788 samples | 5-fold stratified CV | Spatial separation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 Potassium &amp; Overall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01980"/>
            <a:ext cx="36576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7696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Potassium Prediction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262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Performance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143000"/>
            <a:ext cx="320040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0.414 ± 0.083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51560" y="2514600"/>
            <a:ext cx="1280160" cy="3200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514600"/>
            <a:ext cx="1280160" cy="3200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23160" y="2514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283464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283464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2316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51560" y="310896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5156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310896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2316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338328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338328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" y="365760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5156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65760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23160" y="3657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" y="393192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515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3931920"/>
            <a:ext cx="12801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231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K-specific features: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K_exchangeable = Clay × pH × 0.1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K_weathering = Sand / (Clay + 1)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1143000"/>
            <a:ext cx="1188720" cy="16459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060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0060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80060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1143000"/>
            <a:ext cx="1188720" cy="1645920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7220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220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17220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43800" y="1143000"/>
            <a:ext cx="1188720" cy="16459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43800" y="1234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4380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0.414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54380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2628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26280" y="3520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 Strong spectral correlation with organic carbon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26280" y="38862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Classification more suitable than regression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26280" y="42519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K: Moderate performance due to mineral complexity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26280" y="4617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encoding improved all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 &amp; 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32004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Evolution</a:t>
            </a:r>
            <a:endParaRPr lang="en-US" sz="14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3194B74-D55B-8A41-9C36-AEF015082A04}"/>
              </a:ext>
            </a:extLst>
          </p:cNvPr>
          <p:cNvGrpSpPr/>
          <p:nvPr/>
        </p:nvGrpSpPr>
        <p:grpSpPr>
          <a:xfrm>
            <a:off x="731520" y="868680"/>
            <a:ext cx="7955280" cy="2281428"/>
            <a:chOff x="731520" y="868680"/>
            <a:chExt cx="7955280" cy="2651760"/>
          </a:xfrm>
        </p:grpSpPr>
        <p:sp>
          <p:nvSpPr>
            <p:cNvPr id="5" name="Shape 3"/>
            <p:cNvSpPr/>
            <p:nvPr/>
          </p:nvSpPr>
          <p:spPr>
            <a:xfrm>
              <a:off x="731520" y="868680"/>
              <a:ext cx="1920240" cy="365760"/>
            </a:xfrm>
            <a:prstGeom prst="rect">
              <a:avLst/>
            </a:prstGeom>
            <a:solidFill>
              <a:srgbClr val="97BC6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731520" y="8686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Component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0" y="868680"/>
              <a:ext cx="1920240" cy="365760"/>
            </a:xfrm>
            <a:prstGeom prst="rect">
              <a:avLst/>
            </a:prstGeom>
            <a:solidFill>
              <a:srgbClr val="97BC6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2743200" y="8686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Baseline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754880" y="868680"/>
              <a:ext cx="1920240" cy="365760"/>
            </a:xfrm>
            <a:prstGeom prst="rect">
              <a:avLst/>
            </a:prstGeom>
            <a:solidFill>
              <a:srgbClr val="97BC6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4754880" y="8686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Hybrid Framework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766560" y="868680"/>
              <a:ext cx="1920240" cy="365760"/>
            </a:xfrm>
            <a:prstGeom prst="rect">
              <a:avLst/>
            </a:prstGeom>
            <a:solidFill>
              <a:srgbClr val="97BC6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6766560" y="868680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Improvement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731520" y="12344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731520" y="12344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Preprocessing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0" y="12344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2743200" y="12344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SG0 only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54880" y="1234440"/>
              <a:ext cx="1920240" cy="45720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4754880" y="12344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SNV + SG1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766560" y="12344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6766560" y="12344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Better noise handling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31520" y="16916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731520" y="16916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Features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0" y="16916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22"/>
            <p:cNvSpPr/>
            <p:nvPr/>
          </p:nvSpPr>
          <p:spPr>
            <a:xfrm>
              <a:off x="2743200" y="16916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13 base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754880" y="1691640"/>
              <a:ext cx="1920240" cy="45720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24"/>
            <p:cNvSpPr/>
            <p:nvPr/>
          </p:nvSpPr>
          <p:spPr>
            <a:xfrm>
              <a:off x="4754880" y="16916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 + Geographic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766560" y="16916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 26"/>
            <p:cNvSpPr/>
            <p:nvPr/>
          </p:nvSpPr>
          <p:spPr>
            <a:xfrm>
              <a:off x="6766560" y="16916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Spatial learning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31520" y="21488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 28"/>
            <p:cNvSpPr/>
            <p:nvPr/>
          </p:nvSpPr>
          <p:spPr>
            <a:xfrm>
              <a:off x="731520" y="21488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 Model</a:t>
              </a:r>
              <a:endParaRPr lang="en-US" sz="9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0" y="21488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30"/>
            <p:cNvSpPr/>
            <p:nvPr/>
          </p:nvSpPr>
          <p:spPr>
            <a:xfrm>
              <a:off x="2743200" y="21488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Regression (R²=0.17)</a:t>
              </a:r>
              <a:endParaRPr lang="en-US" sz="9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754880" y="2148840"/>
              <a:ext cx="1920240" cy="45720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4754880" y="21488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Classification (44%)</a:t>
              </a:r>
              <a:endParaRPr lang="en-US" sz="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766560" y="21488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34"/>
            <p:cNvSpPr/>
            <p:nvPr/>
          </p:nvSpPr>
          <p:spPr>
            <a:xfrm>
              <a:off x="6766560" y="21488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More practical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31520" y="26060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6"/>
            <p:cNvSpPr/>
            <p:nvPr/>
          </p:nvSpPr>
          <p:spPr>
            <a:xfrm>
              <a:off x="731520" y="26060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 Score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2743200" y="26060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 38"/>
            <p:cNvSpPr/>
            <p:nvPr/>
          </p:nvSpPr>
          <p:spPr>
            <a:xfrm>
              <a:off x="2743200" y="26060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R² = 0.943</a:t>
              </a:r>
              <a:endParaRPr lang="en-US" sz="9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754880" y="2606040"/>
              <a:ext cx="1920240" cy="45720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40"/>
            <p:cNvSpPr/>
            <p:nvPr/>
          </p:nvSpPr>
          <p:spPr>
            <a:xfrm>
              <a:off x="4754880" y="26060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R² = 0.950</a:t>
              </a:r>
              <a:endParaRPr lang="en-US" sz="9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766560" y="26060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 42"/>
            <p:cNvSpPr/>
            <p:nvPr/>
          </p:nvSpPr>
          <p:spPr>
            <a:xfrm>
              <a:off x="6766560" y="26060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-0.7% accuracy</a:t>
              </a:r>
              <a:endParaRPr lang="en-US" sz="9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31520" y="30632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 44"/>
            <p:cNvSpPr/>
            <p:nvPr/>
          </p:nvSpPr>
          <p:spPr>
            <a:xfrm>
              <a:off x="731520" y="30632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Algorithm</a:t>
              </a:r>
              <a:endParaRPr lang="en-US" sz="9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2743200" y="30632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 46"/>
            <p:cNvSpPr/>
            <p:nvPr/>
          </p:nvSpPr>
          <p:spPr>
            <a:xfrm>
              <a:off x="2743200" y="30632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Multiple models</a:t>
              </a:r>
              <a:endParaRPr lang="en-US" sz="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754880" y="3063240"/>
              <a:ext cx="1920240" cy="45720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 48"/>
            <p:cNvSpPr/>
            <p:nvPr/>
          </p:nvSpPr>
          <p:spPr>
            <a:xfrm>
              <a:off x="4754880" y="30632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2D3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Unified XGBoost</a:t>
              </a:r>
              <a:endParaRPr lang="en-US" sz="9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766560" y="3063240"/>
              <a:ext cx="19202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7BC6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 50"/>
            <p:cNvSpPr/>
            <p:nvPr/>
          </p:nvSpPr>
          <p:spPr>
            <a:xfrm>
              <a:off x="6766560" y="30632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Reduced complexity</a:t>
              </a:r>
              <a:endParaRPr lang="en-US" sz="9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731520" y="48691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1520" y="4064035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1455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1520" y="35158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05840" y="35158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feature engineering (spectral + chemistry + geography) significantly improves prediction vs. spectral-only approaches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" y="379018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05840" y="37901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P to classification addresses fundamental spectral limitations and provides actionable fertility zones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05840" y="40645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encoding enables spatial learning without coordinate memorization, improving generalization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1520" y="43388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05840" y="43388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outperforms traditional PLS and Random Forest through effective nonlinear modeling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1520" y="46131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05840" y="46131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K-specific engineered features (exchangeable proxy, weathering index) improved mineral-bound K prediction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05840" y="48691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K-Fold validation with spatial separation prevents data leakage and ensures robust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27432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5151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Dependency: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relies on LUCAS quality and diversity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Generalization: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not extend to regions outside EU coverage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Cost: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requires significant resources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Sensitivity: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 and SG parameter selection 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Prediction Challenge: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limited by weak spectral signatures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Only: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4389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optimized for real-time streaming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548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9189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2390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CNN for automated spectral feature learning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5590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models for sequence modeling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18516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Expansion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1717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Satellite imagery (Sentinel-2, Landsat)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24917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Climate variables (rainfall, temperature)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28117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1318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device optimization for field use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34518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with offline prediction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37719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IoT sensor integration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389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Multi-dataset validation (OSSAL, ICAR)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37760" y="47045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pilot with agronomists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525780"/>
            <a:ext cx="18288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626012"/>
            <a:ext cx="7680960" cy="997048"/>
          </a:xfrm>
          <a:prstGeom prst="rect">
            <a:avLst/>
          </a:prstGeom>
          <a:solidFill>
            <a:srgbClr val="F5F5F5"/>
          </a:solidFill>
          <a:ln w="381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679646"/>
            <a:ext cx="7315200" cy="2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86497"/>
            <a:ext cx="7315200" cy="506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end-to-end hybrid geo-spectral machine learning framework for soil NPK prediction using LUCAS 2015 dataset (40,788 samples). Integrated 8,443 features across spectral, chemistry, and geographic domains. Achieved R²=0.950 for Nitrogen, 43.9% accuracy for Phosphorus classification, and R²=0.414 for Potassium using optimized XGBoost models with spatial validation.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92583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19302"/>
            <a:ext cx="228600" cy="228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80160" y="1950719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feature engineering: 8,400 spectral + 43 engineered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76502"/>
            <a:ext cx="228600" cy="228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80160" y="23964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Geo-Spectral XGBoost with one-hot geographic encoding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933702"/>
            <a:ext cx="228600" cy="228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80160" y="2880365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approach for P addressing spectral limitations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90902"/>
            <a:ext cx="228600" cy="228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80160" y="332232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K-Fold spatial validation preventing data leakage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848102"/>
            <a:ext cx="228600" cy="228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80160" y="3764279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deployable system with Kriging-based map generation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305302"/>
            <a:ext cx="731520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39674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demonstrates that integrating spectral preprocessing, feature engineering, and ensemble learning provides an effective framework for intelligent soil nutrient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488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530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674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Ujjwal Kumar | Roll No. 230104028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Atul Yadav | Roll No. 230102041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990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Electronics and 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Institute of Information Technology Senapati, Manipur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3390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 Dr. D. Neelamegam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796284"/>
            <a:ext cx="8229600" cy="4572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9791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3449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Barnes &amp; Dhanoa (1989) - SNV normalization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45735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Savitzky &amp; Golay (1964) - SG filter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48021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Wold &amp; Sjostrom (2001) - PLS regression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43449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Chen &amp; Guestrin (2016) - XGBoost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45735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Lucas et al. (2015) - LUCAS dataset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48021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Vullaganti et al. (2023) - AI-augmented modeling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1638</Words>
  <Application>Microsoft Office PowerPoint</Application>
  <PresentationFormat>On-screen Show (16:9)</PresentationFormat>
  <Paragraphs>348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Ujjwal kumar</cp:lastModifiedBy>
  <cp:revision>1</cp:revision>
  <dcterms:created xsi:type="dcterms:W3CDTF">2026-04-29T06:00:03Z</dcterms:created>
  <dcterms:modified xsi:type="dcterms:W3CDTF">2026-04-30T20:42:50Z</dcterms:modified>
</cp:coreProperties>
</file>